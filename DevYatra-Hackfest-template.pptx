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xboroughCF Semi-Bold" charset="1" panose="00000700000000000000"/>
      <p:regular r:id="rId14"/>
    </p:embeddedFont>
    <p:embeddedFont>
      <p:font typeface="Aileron" charset="1" panose="00000500000000000000"/>
      <p:regular r:id="rId15"/>
    </p:embeddedFont>
    <p:embeddedFont>
      <p:font typeface="Aileron Bold" charset="1" panose="00000800000000000000"/>
      <p:regular r:id="rId16"/>
    </p:embeddedFont>
    <p:embeddedFont>
      <p:font typeface="Archivo Black" charset="1" panose="020B0A03020202020B04"/>
      <p:regular r:id="rId17"/>
    </p:embeddedFont>
    <p:embeddedFont>
      <p:font typeface="Arimo" charset="1" panose="020B0604020202020204"/>
      <p:regular r:id="rId18"/>
    </p:embeddedFont>
    <p:embeddedFont>
      <p:font typeface="Arial" charset="1" panose="020B0604020202020204"/>
      <p:regular r:id="rId19"/>
    </p:embeddedFont>
    <p:embeddedFont>
      <p:font typeface="Arial Bold" charset="1" panose="020B0704020202020204"/>
      <p:regular r:id="rId20"/>
    </p:embeddedFont>
    <p:embeddedFont>
      <p:font typeface="Calibri (MS) Bold" charset="1" panose="020F07020304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8382" y="1743742"/>
            <a:ext cx="2654164" cy="265416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92959" y="1519500"/>
            <a:ext cx="3895508" cy="389550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489" y="7500604"/>
            <a:ext cx="1931928" cy="193192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89682" y="8768535"/>
            <a:ext cx="2020481" cy="20204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84922" y="4960917"/>
            <a:ext cx="1931928" cy="193192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310367" y="531495"/>
            <a:ext cx="13743467" cy="47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3369" spc="1155">
                <a:solidFill>
                  <a:srgbClr val="C08F48"/>
                </a:solidFill>
                <a:latin typeface="RoxboroughCF Semi-Bold"/>
                <a:ea typeface="RoxboroughCF Semi-Bold"/>
                <a:cs typeface="RoxboroughCF Semi-Bold"/>
                <a:sym typeface="RoxboroughCF Semi-Bold"/>
              </a:rPr>
              <a:t>K.D.K  COLLEGE OF ENGINEERING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86860" y="1020095"/>
            <a:ext cx="8808850" cy="35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  <a:spcBef>
                <a:spcPct val="0"/>
              </a:spcBef>
            </a:pPr>
            <a:r>
              <a:rPr lang="en-US" sz="2442" spc="83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AN AUTONOMOUS INSTITUTE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75385" y="1444185"/>
            <a:ext cx="6849782" cy="2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6"/>
              </a:lnSpc>
              <a:spcBef>
                <a:spcPct val="0"/>
              </a:spcBef>
            </a:pPr>
            <a:r>
              <a:rPr lang="en-US" sz="1959" spc="67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(ACCREDITED BY NAAC &amp; NBA)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96327" y="344939"/>
            <a:ext cx="10971545" cy="20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7"/>
              </a:lnSpc>
              <a:spcBef>
                <a:spcPct val="0"/>
              </a:spcBef>
            </a:pPr>
            <a:r>
              <a:rPr lang="en-US" sz="1423" spc="48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"SERVICE TO THE SOCIETY THROUGH QUALITY TECHNICAL EDUCATION"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69932" y="1865689"/>
            <a:ext cx="10024336" cy="405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856" spc="24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DEPARTMENT OF INFORMATION TECHNOLOGY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42598" y="2415160"/>
            <a:ext cx="5757325" cy="917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5"/>
              </a:lnSpc>
            </a:pPr>
            <a:r>
              <a:rPr lang="en-US" sz="2689" spc="2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 Association with</a:t>
            </a:r>
          </a:p>
          <a:p>
            <a:pPr algn="ctr">
              <a:lnSpc>
                <a:spcPts val="4245"/>
              </a:lnSpc>
              <a:spcBef>
                <a:spcPct val="0"/>
              </a:spcBef>
            </a:pPr>
            <a:r>
              <a:rPr lang="en-US" sz="3931" spc="33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931" spc="33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DEV-IT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375617" y="4742087"/>
            <a:ext cx="1345843" cy="134584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808331" y="7500604"/>
            <a:ext cx="1450969" cy="1560412"/>
            <a:chOff x="0" y="0"/>
            <a:chExt cx="812800" cy="8741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74107"/>
            </a:xfrm>
            <a:custGeom>
              <a:avLst/>
              <a:gdLst/>
              <a:ahLst/>
              <a:cxnLst/>
              <a:rect r="r" b="b" t="t" l="l"/>
              <a:pathLst>
                <a:path h="874107" w="812800">
                  <a:moveTo>
                    <a:pt x="406400" y="0"/>
                  </a:moveTo>
                  <a:cubicBezTo>
                    <a:pt x="181951" y="0"/>
                    <a:pt x="0" y="195676"/>
                    <a:pt x="0" y="437054"/>
                  </a:cubicBezTo>
                  <a:cubicBezTo>
                    <a:pt x="0" y="678432"/>
                    <a:pt x="181951" y="874107"/>
                    <a:pt x="406400" y="874107"/>
                  </a:cubicBezTo>
                  <a:cubicBezTo>
                    <a:pt x="630849" y="874107"/>
                    <a:pt x="812800" y="678432"/>
                    <a:pt x="812800" y="437054"/>
                  </a:cubicBezTo>
                  <a:cubicBezTo>
                    <a:pt x="812800" y="1956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3848"/>
              <a:ext cx="660400" cy="748312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56313" y="4703987"/>
            <a:ext cx="1931928" cy="193192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2095" y="-812793"/>
            <a:ext cx="1625586" cy="1625586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5800" y="497182"/>
            <a:ext cx="2286285" cy="2044636"/>
            <a:chOff x="0" y="0"/>
            <a:chExt cx="3048380" cy="2726182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3048380" cy="2726182"/>
              <a:chOff x="0" y="0"/>
              <a:chExt cx="1094342" cy="97867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94342" cy="978675"/>
              </a:xfrm>
              <a:custGeom>
                <a:avLst/>
                <a:gdLst/>
                <a:ahLst/>
                <a:cxnLst/>
                <a:rect r="r" b="b" t="t" l="l"/>
                <a:pathLst>
                  <a:path h="978675" w="1094342">
                    <a:moveTo>
                      <a:pt x="547171" y="0"/>
                    </a:moveTo>
                    <a:cubicBezTo>
                      <a:pt x="244977" y="0"/>
                      <a:pt x="0" y="219084"/>
                      <a:pt x="0" y="489338"/>
                    </a:cubicBezTo>
                    <a:cubicBezTo>
                      <a:pt x="0" y="759591"/>
                      <a:pt x="244977" y="978675"/>
                      <a:pt x="547171" y="978675"/>
                    </a:cubicBezTo>
                    <a:cubicBezTo>
                      <a:pt x="849365" y="978675"/>
                      <a:pt x="1094342" y="759591"/>
                      <a:pt x="1094342" y="489338"/>
                    </a:cubicBezTo>
                    <a:cubicBezTo>
                      <a:pt x="1094342" y="219084"/>
                      <a:pt x="849365" y="0"/>
                      <a:pt x="547171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8" t="-4679" r="0" b="-4951"/>
                </a:stretch>
              </a:blipFill>
            </p:spPr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161099" y="0"/>
              <a:ext cx="2726182" cy="2726182"/>
            </a:xfrm>
            <a:custGeom>
              <a:avLst/>
              <a:gdLst/>
              <a:ahLst/>
              <a:cxnLst/>
              <a:rect r="r" b="b" t="t" l="l"/>
              <a:pathLst>
                <a:path h="2726182" w="2726182">
                  <a:moveTo>
                    <a:pt x="0" y="0"/>
                  </a:moveTo>
                  <a:lnTo>
                    <a:pt x="2726182" y="0"/>
                  </a:lnTo>
                  <a:lnTo>
                    <a:pt x="2726182" y="2726182"/>
                  </a:lnTo>
                  <a:lnTo>
                    <a:pt x="0" y="272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427356" y="497182"/>
            <a:ext cx="2212918" cy="2212918"/>
            <a:chOff x="0" y="0"/>
            <a:chExt cx="2950558" cy="2950558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2950558" cy="2950558"/>
              <a:chOff x="0" y="0"/>
              <a:chExt cx="6350000" cy="6350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r="r" b="b" t="t" l="l"/>
                <a:pathLst>
                  <a:path h="5255260" w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83180" y="83180"/>
              <a:ext cx="2784198" cy="2784198"/>
            </a:xfrm>
            <a:custGeom>
              <a:avLst/>
              <a:gdLst/>
              <a:ahLst/>
              <a:cxnLst/>
              <a:rect r="r" b="b" t="t" l="l"/>
              <a:pathLst>
                <a:path h="2784198" w="2784198">
                  <a:moveTo>
                    <a:pt x="0" y="0"/>
                  </a:moveTo>
                  <a:lnTo>
                    <a:pt x="2784198" y="0"/>
                  </a:lnTo>
                  <a:lnTo>
                    <a:pt x="2784198" y="2784198"/>
                  </a:lnTo>
                  <a:lnTo>
                    <a:pt x="0" y="2784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6032025" y="3584676"/>
            <a:ext cx="5380505" cy="1558824"/>
          </a:xfrm>
          <a:custGeom>
            <a:avLst/>
            <a:gdLst/>
            <a:ahLst/>
            <a:cxnLst/>
            <a:rect r="r" b="b" t="t" l="l"/>
            <a:pathLst>
              <a:path h="1558824" w="5380505">
                <a:moveTo>
                  <a:pt x="0" y="0"/>
                </a:moveTo>
                <a:lnTo>
                  <a:pt x="5380504" y="0"/>
                </a:lnTo>
                <a:lnTo>
                  <a:pt x="5380504" y="1558824"/>
                </a:lnTo>
                <a:lnTo>
                  <a:pt x="0" y="15588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3877" t="-34868" r="-56163" b="-40034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548771" y="6442248"/>
            <a:ext cx="907910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E1E1E"/>
                </a:solidFill>
                <a:latin typeface="Arimo"/>
                <a:ea typeface="Arimo"/>
                <a:cs typeface="Arimo"/>
                <a:sym typeface="Arimo"/>
              </a:rPr>
              <a:t>Team Name :-</a:t>
            </a:r>
          </a:p>
        </p:txBody>
      </p:sp>
      <p:sp>
        <p:nvSpPr>
          <p:cNvPr name="AutoShape 45" id="45"/>
          <p:cNvSpPr/>
          <p:nvPr/>
        </p:nvSpPr>
        <p:spPr>
          <a:xfrm>
            <a:off x="2594721" y="7349383"/>
            <a:ext cx="13637034" cy="9520"/>
          </a:xfrm>
          <a:prstGeom prst="line">
            <a:avLst/>
          </a:prstGeom>
          <a:ln cap="rnd" w="66675">
            <a:solidFill>
              <a:srgbClr val="FFC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8297" y="1175966"/>
            <a:ext cx="9123350" cy="110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Details 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70967" y="3034694"/>
            <a:ext cx="6616122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Leader – Name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70967" y="3588687"/>
            <a:ext cx="6616122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Member 1 :– Name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0967" y="4142689"/>
            <a:ext cx="6616122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Member 2 :– Name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70967" y="4696682"/>
            <a:ext cx="6616122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Member 3 :– Name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972313" y="7947111"/>
            <a:ext cx="2162591" cy="2162591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6897" y="1138018"/>
            <a:ext cx="9123350" cy="99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8511" y="2915545"/>
            <a:ext cx="4669336" cy="62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Explain clearly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94527" y="3741153"/>
            <a:ext cx="4521851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is the problem?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4527" y="4456843"/>
            <a:ext cx="4521851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Who is affected?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94527" y="5102085"/>
            <a:ext cx="4521851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is it important?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052185" y="8091447"/>
            <a:ext cx="1961279" cy="19612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6897" y="1138018"/>
            <a:ext cx="9123350" cy="99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94527" y="3741153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solution are you building?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94527" y="4354201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does it solve the problem?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4527" y="4967249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makes it unique?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063667" y="8143192"/>
            <a:ext cx="1961279" cy="1961279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6897" y="1138018"/>
            <a:ext cx="9123350" cy="99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Stack 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94527" y="3741153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Frontend: React / Flutter 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94527" y="4295156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Backend: Node.js / Django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4527" y="4860988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Database: MongoDB / Firebase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94527" y="5403152"/>
            <a:ext cx="616630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Tools: GitHub Copilot, AWS Kiro, etc.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055019" y="8114412"/>
            <a:ext cx="1961279" cy="19612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6897" y="1138018"/>
            <a:ext cx="9123350" cy="99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Features 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94527" y="3741153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1 – Real-time monitoring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94527" y="4295156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2 – Smart notifications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4527" y="4860988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3 – Cloud integration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94527" y="5426831"/>
            <a:ext cx="6505518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4 – User friendly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94527" y="6004512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5 – Secure authentication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106763" y="8105763"/>
            <a:ext cx="1961279" cy="1961279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6897" y="1138018"/>
            <a:ext cx="9123350" cy="99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Scope 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94527" y="3741153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integration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94527" y="4295156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app version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4527" y="4819707"/>
            <a:ext cx="557636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Scaling to enterprise level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94527" y="5296338"/>
            <a:ext cx="665300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Integration with multiple cloud providers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118245" y="8150745"/>
            <a:ext cx="1961279" cy="19612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8382" y="1743742"/>
            <a:ext cx="2654164" cy="265416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92959" y="1519500"/>
            <a:ext cx="3895508" cy="389550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489" y="7500604"/>
            <a:ext cx="1931928" cy="193192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89682" y="8768535"/>
            <a:ext cx="2020481" cy="20204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84922" y="4960917"/>
            <a:ext cx="1931928" cy="193192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75617" y="4742087"/>
            <a:ext cx="1345843" cy="134584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808331" y="7500604"/>
            <a:ext cx="1450969" cy="1560412"/>
            <a:chOff x="0" y="0"/>
            <a:chExt cx="812800" cy="8741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74107"/>
            </a:xfrm>
            <a:custGeom>
              <a:avLst/>
              <a:gdLst/>
              <a:ahLst/>
              <a:cxnLst/>
              <a:rect r="r" b="b" t="t" l="l"/>
              <a:pathLst>
                <a:path h="874107" w="812800">
                  <a:moveTo>
                    <a:pt x="406400" y="0"/>
                  </a:moveTo>
                  <a:cubicBezTo>
                    <a:pt x="181951" y="0"/>
                    <a:pt x="0" y="195676"/>
                    <a:pt x="0" y="437054"/>
                  </a:cubicBezTo>
                  <a:cubicBezTo>
                    <a:pt x="0" y="678432"/>
                    <a:pt x="181951" y="874107"/>
                    <a:pt x="406400" y="874107"/>
                  </a:cubicBezTo>
                  <a:cubicBezTo>
                    <a:pt x="630849" y="874107"/>
                    <a:pt x="812800" y="678432"/>
                    <a:pt x="812800" y="437054"/>
                  </a:cubicBezTo>
                  <a:cubicBezTo>
                    <a:pt x="812800" y="1956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3848"/>
              <a:ext cx="660400" cy="748312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756313" y="4703987"/>
            <a:ext cx="1931928" cy="193192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2095" y="-812793"/>
            <a:ext cx="1625586" cy="162558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020">
                <a:alpha val="8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0064" lIns="70064" bIns="70064" rIns="70064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5800" y="497182"/>
            <a:ext cx="2286285" cy="2044636"/>
            <a:chOff x="0" y="0"/>
            <a:chExt cx="3048380" cy="2726182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3048380" cy="2726182"/>
              <a:chOff x="0" y="0"/>
              <a:chExt cx="1094342" cy="97867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94342" cy="978675"/>
              </a:xfrm>
              <a:custGeom>
                <a:avLst/>
                <a:gdLst/>
                <a:ahLst/>
                <a:cxnLst/>
                <a:rect r="r" b="b" t="t" l="l"/>
                <a:pathLst>
                  <a:path h="978675" w="1094342">
                    <a:moveTo>
                      <a:pt x="547171" y="0"/>
                    </a:moveTo>
                    <a:cubicBezTo>
                      <a:pt x="244977" y="0"/>
                      <a:pt x="0" y="219084"/>
                      <a:pt x="0" y="489338"/>
                    </a:cubicBezTo>
                    <a:cubicBezTo>
                      <a:pt x="0" y="759591"/>
                      <a:pt x="244977" y="978675"/>
                      <a:pt x="547171" y="978675"/>
                    </a:cubicBezTo>
                    <a:cubicBezTo>
                      <a:pt x="849365" y="978675"/>
                      <a:pt x="1094342" y="759591"/>
                      <a:pt x="1094342" y="489338"/>
                    </a:cubicBezTo>
                    <a:cubicBezTo>
                      <a:pt x="1094342" y="219084"/>
                      <a:pt x="849365" y="0"/>
                      <a:pt x="547171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8" t="-4679" r="0" b="-4951"/>
                </a:stretch>
              </a:blipFill>
            </p:spPr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61099" y="0"/>
              <a:ext cx="2726182" cy="2726182"/>
            </a:xfrm>
            <a:custGeom>
              <a:avLst/>
              <a:gdLst/>
              <a:ahLst/>
              <a:cxnLst/>
              <a:rect r="r" b="b" t="t" l="l"/>
              <a:pathLst>
                <a:path h="2726182" w="2726182">
                  <a:moveTo>
                    <a:pt x="0" y="0"/>
                  </a:moveTo>
                  <a:lnTo>
                    <a:pt x="2726182" y="0"/>
                  </a:lnTo>
                  <a:lnTo>
                    <a:pt x="2726182" y="2726182"/>
                  </a:lnTo>
                  <a:lnTo>
                    <a:pt x="0" y="272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427356" y="497182"/>
            <a:ext cx="2212918" cy="2212918"/>
            <a:chOff x="0" y="0"/>
            <a:chExt cx="2950558" cy="295055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950558" cy="2950558"/>
              <a:chOff x="0" y="0"/>
              <a:chExt cx="6350000" cy="6350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r="r" b="b" t="t" l="l"/>
                <a:pathLst>
                  <a:path h="5255260" w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83180" y="83180"/>
              <a:ext cx="2784198" cy="2784198"/>
            </a:xfrm>
            <a:custGeom>
              <a:avLst/>
              <a:gdLst/>
              <a:ahLst/>
              <a:cxnLst/>
              <a:rect r="r" b="b" t="t" l="l"/>
              <a:pathLst>
                <a:path h="2784198" w="2784198">
                  <a:moveTo>
                    <a:pt x="0" y="0"/>
                  </a:moveTo>
                  <a:lnTo>
                    <a:pt x="2784198" y="0"/>
                  </a:lnTo>
                  <a:lnTo>
                    <a:pt x="2784198" y="2784198"/>
                  </a:lnTo>
                  <a:lnTo>
                    <a:pt x="0" y="2784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6384118" y="964330"/>
            <a:ext cx="5380505" cy="1558824"/>
          </a:xfrm>
          <a:custGeom>
            <a:avLst/>
            <a:gdLst/>
            <a:ahLst/>
            <a:cxnLst/>
            <a:rect r="r" b="b" t="t" l="l"/>
            <a:pathLst>
              <a:path h="1558824" w="5380505">
                <a:moveTo>
                  <a:pt x="0" y="0"/>
                </a:moveTo>
                <a:lnTo>
                  <a:pt x="5380505" y="0"/>
                </a:lnTo>
                <a:lnTo>
                  <a:pt x="5380505" y="1558824"/>
                </a:lnTo>
                <a:lnTo>
                  <a:pt x="0" y="15588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3877" t="-34868" r="-56163" b="-40034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366185" y="3259134"/>
            <a:ext cx="6528137" cy="5801882"/>
          </a:xfrm>
          <a:custGeom>
            <a:avLst/>
            <a:gdLst/>
            <a:ahLst/>
            <a:cxnLst/>
            <a:rect r="r" b="b" t="t" l="l"/>
            <a:pathLst>
              <a:path h="5801882" w="6528137">
                <a:moveTo>
                  <a:pt x="0" y="0"/>
                </a:moveTo>
                <a:lnTo>
                  <a:pt x="6528137" y="0"/>
                </a:lnTo>
                <a:lnTo>
                  <a:pt x="6528137" y="5801882"/>
                </a:lnTo>
                <a:lnTo>
                  <a:pt x="0" y="58018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144000" y="8200925"/>
            <a:ext cx="1146072" cy="1720183"/>
          </a:xfrm>
          <a:custGeom>
            <a:avLst/>
            <a:gdLst/>
            <a:ahLst/>
            <a:cxnLst/>
            <a:rect r="r" b="b" t="t" l="l"/>
            <a:pathLst>
              <a:path h="1720183" w="1146072">
                <a:moveTo>
                  <a:pt x="0" y="0"/>
                </a:moveTo>
                <a:lnTo>
                  <a:pt x="1146072" y="0"/>
                </a:lnTo>
                <a:lnTo>
                  <a:pt x="1146072" y="1720182"/>
                </a:lnTo>
                <a:lnTo>
                  <a:pt x="0" y="17201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DAHFOmHdK0Q</dc:identifier>
  <dcterms:modified xsi:type="dcterms:W3CDTF">2011-08-01T06:04:30Z</dcterms:modified>
  <cp:revision>1</cp:revision>
  <dc:title>DevYatra-Hackfest-template .pptx</dc:title>
</cp:coreProperties>
</file>